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cab6a26e8d421d" /><Relationship Type="http://schemas.openxmlformats.org/officeDocument/2006/relationships/extended-properties" Target="/docProps/app.xml" Id="R7655e4e58bf94e72" /><Relationship Type="http://schemas.openxmlformats.org/officeDocument/2006/relationships/officeDocument" Target="/ppt/presentation.xml" Id="Rd701eeda570145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f775808c1a4b0e"/>
  </p:sldMasterIdLst>
  <p:notesMasterIdLst>
    <p:notesMasterId xmlns:r="http://schemas.openxmlformats.org/officeDocument/2006/relationships" r:id="Rf95f7d2fe8cb4824"/>
  </p:notesMasterIdLst>
  <p:sldIdLst>
    <p:sldId xmlns:r="http://schemas.openxmlformats.org/officeDocument/2006/relationships" id="256" r:id="R84b32bb015484f0c"/>
  </p:sldIdLst>
  <p:sldSz cx="32004000" cy="1104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51a16ac316422d" /><Relationship Type="http://schemas.openxmlformats.org/officeDocument/2006/relationships/slideMaster" Target="/ppt/slideMasters/slideMaster1.xml" Id="R09f775808c1a4b0e" /><Relationship Type="http://schemas.openxmlformats.org/officeDocument/2006/relationships/notesMaster" Target="/ppt/notesMasters/notesMaster1.xml" Id="Rf95f7d2fe8cb4824" /><Relationship Type="http://schemas.openxmlformats.org/officeDocument/2006/relationships/presProps" Target="/ppt/presProps.xml" Id="R209daaa6dad14e1a" /><Relationship Type="http://schemas.openxmlformats.org/officeDocument/2006/relationships/tableStyles" Target="/ppt/tableStyles.xml" Id="R157699c4205f4b2b" /><Relationship Type="http://schemas.openxmlformats.org/officeDocument/2006/relationships/slide" Target="/ppt/slides/slide1.xml" Id="R84b32bb015484f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c3dbe5ac3543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fa3c9cd7324a98" /><Relationship Type="http://schemas.openxmlformats.org/officeDocument/2006/relationships/notesMaster" Target="/ppt/notesMasters/notesMaster1.xml" Id="R036ac2dc153e40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docs/db/table_spec.md, 테이블 명세서 v4 (2026-09-10). 12개 스키마와 58개 테이블. 연결선은 소속 관계이며 FK를 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2a1f5953149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88b0f84d7a4222" /><Relationship Type="http://schemas.openxmlformats.org/officeDocument/2006/relationships/slideLayout" Target="/ppt/slideLayouts/slideLayout1.xml" Id="R69b93b8e3e7e45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b93b8e3e7e45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f2458a0f14e61" /><Relationship Type="http://schemas.openxmlformats.org/officeDocument/2006/relationships/notesSlide" Target="/ppt/notesSlides/notesSlide1.xml" Id="R7c4a196449294d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데이터베이스 전체 구조">
            <a:extLst xmlns:a="http://schemas.openxmlformats.org/drawingml/2006/main">
              <a:ext uri="{FF2B5EF4-FFF2-40B4-BE49-F238E27FC236}">
                <a16:creationId xmlns:a16="http://schemas.microsoft.com/office/drawing/2014/main" id="{B9702289-28DD-451A-88F4-E2E602A0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5113782" cy="649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데이터베이스 전체 구조</a:t>
            </a:r>
          </a:p>
        </p:txBody>
      </p:sp>
      <p:sp>
        <p:nvSpPr>
          <p:cNvPr id="2" name="테이블 명세서 v4 기준  ·  소속 관계도 — 외래키 연결은 생략">
            <a:extLst xmlns:a="http://schemas.openxmlformats.org/drawingml/2006/main">
              <a:ext uri="{FF2B5EF4-FFF2-40B4-BE49-F238E27FC236}">
                <a16:creationId xmlns:a16="http://schemas.microsoft.com/office/drawing/2014/main" id="{C4AB1E48-AADF-4E9D-A464-553C12B4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7678674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28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17287"/>
                </a:solidFill>
                <a:latin typeface="Malgun Gothic"/>
                <a:ea typeface="Malgun Gothic"/>
                <a:cs typeface="Malgun Gothic"/>
              </a:rPr>
              <a:t>테이블 명세서 v4 기준  ·  소속 관계도 — 외래키 연결은 생략</a:t>
            </a:r>
          </a:p>
        </p:txBody>
      </p:sp>
      <p:sp>
        <p:nvSpPr>
          <p:cNvPr id="3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90DC90EC-4CF9-4D36-AEBE-F42A9DBC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476375"/>
            <a:ext cx="7620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D50"/>
          </a:solidFill>
          <a:ln xmlns:a="http://schemas.openxmlformats.org/drawingml/2006/main" w="19050">
            <a:noFill/>
          </a:ln>
        </p:spPr>
      </p:sp>
      <p:sp>
        <p:nvSpPr>
          <p:cNvPr id="4" name="데이터베이스 1개">
            <a:extLst xmlns:a="http://schemas.openxmlformats.org/drawingml/2006/main">
              <a:ext uri="{FF2B5EF4-FFF2-40B4-BE49-F238E27FC236}">
                <a16:creationId xmlns:a16="http://schemas.microsoft.com/office/drawing/2014/main" id="{278EC0D9-6974-48C3-BB47-7F88ABDE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1685925"/>
            <a:ext cx="752475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데이터베이스 1개</a:t>
            </a:r>
          </a:p>
        </p:txBody>
      </p:sp>
      <p:sp>
        <p:nvSpPr>
          <p:cNvPr id="5" name="PostgreSQL + pgvector  ·  12개 스키마 / 58개 테이블">
            <a:extLst xmlns:a="http://schemas.openxmlformats.org/drawingml/2006/main">
              <a:ext uri="{FF2B5EF4-FFF2-40B4-BE49-F238E27FC236}">
                <a16:creationId xmlns:a16="http://schemas.microsoft.com/office/drawing/2014/main" id="{7D43071B-F484-4F73-994F-13E131C6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143125"/>
            <a:ext cx="75247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9EDF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9EDF4"/>
                </a:solidFill>
                <a:latin typeface="Malgun Gothic"/>
                <a:ea typeface="Malgun Gothic"/>
                <a:cs typeface="Malgun Gothic"/>
              </a:rPr>
              <a:t>PostgreSQL + pgvector  ·  12개 스키마 / 58개 테이블</a:t>
            </a:r>
          </a:p>
        </p:txBody>
      </p:sp>
      <p:sp>
        <p:nvSpPr>
          <p:cNvPr id="6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A9B51CFD-29DE-4080-83DF-8CFF6C99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0" y="1571625"/>
            <a:ext cx="781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5CF"/>
            </a:solidFill>
          </a:ln>
        </p:spPr>
      </p:sp>
      <p:sp>
        <p:nvSpPr>
          <p:cNvPr id="7" name="별도 객체 저장소 · DB 외부">
            <a:extLst xmlns:a="http://schemas.openxmlformats.org/drawingml/2006/main">
              <a:ext uri="{FF2B5EF4-FFF2-40B4-BE49-F238E27FC236}">
                <a16:creationId xmlns:a16="http://schemas.microsoft.com/office/drawing/2014/main" id="{7ADED5D8-0FC6-4D48-8FCC-0EB4A8EC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1714500"/>
            <a:ext cx="77152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별도 객체 저장소 · DB 외부</a:t>
            </a:r>
          </a:p>
        </p:txBody>
      </p:sp>
      <p:sp>
        <p:nvSpPr>
          <p:cNvPr id="8" name="파일 원본·파생 이미지·비공개 데이터셋 산출물">
            <a:extLst xmlns:a="http://schemas.openxmlformats.org/drawingml/2006/main">
              <a:ext uri="{FF2B5EF4-FFF2-40B4-BE49-F238E27FC236}">
                <a16:creationId xmlns:a16="http://schemas.microsoft.com/office/drawing/2014/main" id="{3928F228-9FE2-4D0A-8C7D-4B199CFB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2133600"/>
            <a:ext cx="771525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파일 원본·파생 이미지·비공개 데이터셋 산출물</a:t>
            </a:r>
          </a:p>
        </p:txBody>
      </p:sp>
      <p:sp>
        <p:nvSpPr>
          <p:cNvPr id="9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125A074D-8714-4161-8A9B-187563F6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0" y="20764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dash"/>
          </a:ln>
        </p:spPr>
      </p:sp>
      <p:sp>
        <p:nvSpPr>
          <p:cNvPr id="10" name="위치·메타데이터 참조">
            <a:extLst xmlns:a="http://schemas.openxmlformats.org/drawingml/2006/main">
              <a:ext uri="{FF2B5EF4-FFF2-40B4-BE49-F238E27FC236}">
                <a16:creationId xmlns:a16="http://schemas.microsoft.com/office/drawing/2014/main" id="{718AD717-8F59-48CB-AB35-B63200F9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5813" y="1685925"/>
            <a:ext cx="366712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1728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17287"/>
                </a:solidFill>
                <a:latin typeface="Malgun Gothic"/>
                <a:ea typeface="Malgun Gothic"/>
                <a:cs typeface="Malgun Gothic"/>
              </a:rPr>
              <a:t>위치·메타데이터 참조</a:t>
            </a:r>
          </a:p>
        </p:txBody>
      </p:sp>
      <p:sp>
        <p:nvSpPr>
          <p:cNvPr id="11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E143B242-7D95-4E80-A3F7-604C0271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69557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2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D973BA63-BEEB-41E1-9FF5-7D24A135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38500"/>
            <a:ext cx="2828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3" name="01  DATABASE → 02  SCHEMA">
            <a:extLst xmlns:a="http://schemas.openxmlformats.org/drawingml/2006/main">
              <a:ext uri="{FF2B5EF4-FFF2-40B4-BE49-F238E27FC236}">
                <a16:creationId xmlns:a16="http://schemas.microsoft.com/office/drawing/2014/main" id="{CC00A28D-C841-48D2-9B66-DEF4F1CA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658172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1728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17287"/>
                </a:solidFill>
                <a:latin typeface="Malgun Gothic"/>
                <a:ea typeface="Malgun Gothic"/>
                <a:cs typeface="Malgun Gothic"/>
              </a:rPr>
              <a:t>01  DATABASE → 02  SCHEMA</a:t>
            </a:r>
          </a:p>
        </p:txBody>
      </p:sp>
      <p:sp>
        <p:nvSpPr>
          <p:cNvPr id="14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E6866116-C66B-4B1E-97E3-EA040C9F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385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5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BBE379B0-8CF7-48D0-AC88-CF60CE26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19050">
            <a:solidFill>
              <a:srgbClr val="BACDDB"/>
            </a:solidFill>
          </a:ln>
        </p:spPr>
      </p:sp>
      <p:sp>
        <p:nvSpPr>
          <p:cNvPr id="16" name="config">
            <a:extLst xmlns:a="http://schemas.openxmlformats.org/drawingml/2006/main">
              <a:ext uri="{FF2B5EF4-FFF2-40B4-BE49-F238E27FC236}">
                <a16:creationId xmlns:a16="http://schemas.microsoft.com/office/drawing/2014/main" id="{4A0DA158-AB89-46F8-BB97-DC329CB4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343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config</a:t>
            </a:r>
          </a:p>
        </p:txBody>
      </p:sp>
      <p:sp>
        <p:nvSpPr>
          <p:cNvPr id="17" name="도메인 정의 · 2개">
            <a:extLst xmlns:a="http://schemas.openxmlformats.org/drawingml/2006/main">
              <a:ext uri="{FF2B5EF4-FFF2-40B4-BE49-F238E27FC236}">
                <a16:creationId xmlns:a16="http://schemas.microsoft.com/office/drawing/2014/main" id="{4E64EF75-6601-4D4A-AC6E-63DBC2C1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23431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도메인 정의 · 2개</a:t>
            </a:r>
          </a:p>
        </p:txBody>
      </p:sp>
      <p:sp>
        <p:nvSpPr>
          <p:cNvPr id="18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9860C4A2-8FBE-4097-9F0E-44133DA6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62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9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1728A99A-E9F0-4ACB-994D-C3EB6230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2381250" cy="3962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CE4"/>
            </a:solidFill>
          </a:ln>
        </p:spPr>
      </p:sp>
      <p:sp>
        <p:nvSpPr>
          <p:cNvPr id="20" name="TABLES">
            <a:extLst xmlns:a="http://schemas.openxmlformats.org/drawingml/2006/main">
              <a:ext uri="{FF2B5EF4-FFF2-40B4-BE49-F238E27FC236}">
                <a16:creationId xmlns:a16="http://schemas.microsoft.com/office/drawing/2014/main" id="{129C2E19-87DF-41FB-B061-D0DC17FD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2095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</p:txBody>
      </p:sp>
      <p:sp>
        <p:nvSpPr>
          <p:cNvPr id="21" name="도메인">
            <a:extLst xmlns:a="http://schemas.openxmlformats.org/drawingml/2006/main">
              <a:ext uri="{FF2B5EF4-FFF2-40B4-BE49-F238E27FC236}">
                <a16:creationId xmlns:a16="http://schemas.microsoft.com/office/drawing/2014/main" id="{84726ADC-E57A-4C4E-997D-58EA6A62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도메인</a:t>
            </a:r>
          </a:p>
        </p:txBody>
      </p:sp>
      <p:sp>
        <p:nvSpPr>
          <p:cNvPr id="22" name="도메인 정의 버전">
            <a:extLst xmlns:a="http://schemas.openxmlformats.org/drawingml/2006/main">
              <a:ext uri="{FF2B5EF4-FFF2-40B4-BE49-F238E27FC236}">
                <a16:creationId xmlns:a16="http://schemas.microsoft.com/office/drawing/2014/main" id="{FB027285-1573-4816-89CF-4580EFA5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도메인 정의 버전</a:t>
            </a:r>
          </a:p>
        </p:txBody>
      </p:sp>
      <p:sp>
        <p:nvSpPr>
          <p:cNvPr id="23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9E201106-B32C-4F82-8DFF-E6C67069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24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8527A799-9C94-45BE-84D6-330B9670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19050">
            <a:solidFill>
              <a:srgbClr val="BACDDB"/>
            </a:solidFill>
          </a:ln>
        </p:spPr>
      </p:sp>
      <p:sp>
        <p:nvSpPr>
          <p:cNvPr id="25" name="identity">
            <a:extLst xmlns:a="http://schemas.openxmlformats.org/drawingml/2006/main">
              <a:ext uri="{FF2B5EF4-FFF2-40B4-BE49-F238E27FC236}">
                <a16:creationId xmlns:a16="http://schemas.microsoft.com/office/drawing/2014/main" id="{3C83C679-D10B-4A10-9CDF-67B817A9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81425"/>
            <a:ext cx="2343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identity</a:t>
            </a:r>
          </a:p>
        </p:txBody>
      </p:sp>
      <p:sp>
        <p:nvSpPr>
          <p:cNvPr id="26" name="사용자와 대화 · 4개">
            <a:extLst xmlns:a="http://schemas.openxmlformats.org/drawingml/2006/main">
              <a:ext uri="{FF2B5EF4-FFF2-40B4-BE49-F238E27FC236}">
                <a16:creationId xmlns:a16="http://schemas.microsoft.com/office/drawing/2014/main" id="{2B1F8E2F-0116-448B-877C-5F5A8F63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81475"/>
            <a:ext cx="23431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사용자와 대화 · 4개</a:t>
            </a:r>
          </a:p>
        </p:txBody>
      </p:sp>
      <p:sp>
        <p:nvSpPr>
          <p:cNvPr id="27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526FD16D-3C56-4231-B405-2EEF2177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62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28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1A072D49-E478-4313-AD75-9B33A84A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86375"/>
            <a:ext cx="2381250" cy="3962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CE4"/>
            </a:solidFill>
          </a:ln>
        </p:spPr>
      </p:sp>
      <p:sp>
        <p:nvSpPr>
          <p:cNvPr id="29" name="TABLES">
            <a:extLst xmlns:a="http://schemas.openxmlformats.org/drawingml/2006/main">
              <a:ext uri="{FF2B5EF4-FFF2-40B4-BE49-F238E27FC236}">
                <a16:creationId xmlns:a16="http://schemas.microsoft.com/office/drawing/2014/main" id="{78BDB6B8-A001-48B6-9095-F0C90A15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38775"/>
            <a:ext cx="2095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</p:txBody>
      </p:sp>
      <p:sp>
        <p:nvSpPr>
          <p:cNvPr id="30" name="사용자">
            <a:extLst xmlns:a="http://schemas.openxmlformats.org/drawingml/2006/main">
              <a:ext uri="{FF2B5EF4-FFF2-40B4-BE49-F238E27FC236}">
                <a16:creationId xmlns:a16="http://schemas.microsoft.com/office/drawing/2014/main" id="{DE39F60F-DC63-41C5-9427-99881450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388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사용자</a:t>
            </a:r>
          </a:p>
        </p:txBody>
      </p:sp>
      <p:sp>
        <p:nvSpPr>
          <p:cNvPr id="31" name="사용자 설정">
            <a:extLst xmlns:a="http://schemas.openxmlformats.org/drawingml/2006/main">
              <a:ext uri="{FF2B5EF4-FFF2-40B4-BE49-F238E27FC236}">
                <a16:creationId xmlns:a16="http://schemas.microsoft.com/office/drawing/2014/main" id="{F82F54A6-E435-4362-A6A9-76FCAF83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2388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사용자 설정</a:t>
            </a:r>
          </a:p>
        </p:txBody>
      </p:sp>
      <p:sp>
        <p:nvSpPr>
          <p:cNvPr id="32" name="대화">
            <a:extLst xmlns:a="http://schemas.openxmlformats.org/drawingml/2006/main">
              <a:ext uri="{FF2B5EF4-FFF2-40B4-BE49-F238E27FC236}">
                <a16:creationId xmlns:a16="http://schemas.microsoft.com/office/drawing/2014/main" id="{45F76C2B-CBB1-41C9-A38C-4425341C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6389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대화</a:t>
            </a:r>
          </a:p>
        </p:txBody>
      </p:sp>
      <p:sp>
        <p:nvSpPr>
          <p:cNvPr id="33" name="메시지">
            <a:extLst xmlns:a="http://schemas.openxmlformats.org/drawingml/2006/main">
              <a:ext uri="{FF2B5EF4-FFF2-40B4-BE49-F238E27FC236}">
                <a16:creationId xmlns:a16="http://schemas.microsoft.com/office/drawing/2014/main" id="{6370A2EC-B610-4430-B29A-C078EBC0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0389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메시지</a:t>
            </a:r>
          </a:p>
        </p:txBody>
      </p:sp>
      <p:sp>
        <p:nvSpPr>
          <p:cNvPr id="34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84C2B1FF-4CCF-4513-8E4F-D8FCA329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385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35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F5DB6363-2487-4B3C-A0EC-118DC506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19050">
            <a:solidFill>
              <a:srgbClr val="BACDDB"/>
            </a:solidFill>
          </a:ln>
        </p:spPr>
      </p:sp>
      <p:sp>
        <p:nvSpPr>
          <p:cNvPr id="36" name="shared">
            <a:extLst xmlns:a="http://schemas.openxmlformats.org/drawingml/2006/main">
              <a:ext uri="{FF2B5EF4-FFF2-40B4-BE49-F238E27FC236}">
                <a16:creationId xmlns:a16="http://schemas.microsoft.com/office/drawing/2014/main" id="{FEB490AE-4ABE-4499-97BA-4B781C6C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81425"/>
            <a:ext cx="2343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shared</a:t>
            </a:r>
          </a:p>
        </p:txBody>
      </p:sp>
      <p:sp>
        <p:nvSpPr>
          <p:cNvPr id="37" name="공통 기준 · 1개">
            <a:extLst xmlns:a="http://schemas.openxmlformats.org/drawingml/2006/main">
              <a:ext uri="{FF2B5EF4-FFF2-40B4-BE49-F238E27FC236}">
                <a16:creationId xmlns:a16="http://schemas.microsoft.com/office/drawing/2014/main" id="{502FE1DA-5323-4317-9AA4-CCEFB7DF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81475"/>
            <a:ext cx="23431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공통 기준 · 1개</a:t>
            </a:r>
          </a:p>
        </p:txBody>
      </p:sp>
      <p:sp>
        <p:nvSpPr>
          <p:cNvPr id="38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7D156A83-1EFF-451E-BF62-BBE0C6F9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62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39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6D66C013-EA74-4F16-876D-07C60468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86375"/>
            <a:ext cx="2381250" cy="3962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CE4"/>
            </a:solidFill>
          </a:ln>
        </p:spPr>
      </p:sp>
      <p:sp>
        <p:nvSpPr>
          <p:cNvPr id="40" name="TABLES">
            <a:extLst xmlns:a="http://schemas.openxmlformats.org/drawingml/2006/main">
              <a:ext uri="{FF2B5EF4-FFF2-40B4-BE49-F238E27FC236}">
                <a16:creationId xmlns:a16="http://schemas.microsoft.com/office/drawing/2014/main" id="{890C4D94-7D84-407F-BD35-C98A3B2D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38775"/>
            <a:ext cx="2095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</p:txBody>
      </p:sp>
      <p:sp>
        <p:nvSpPr>
          <p:cNvPr id="41" name="단위">
            <a:extLst xmlns:a="http://schemas.openxmlformats.org/drawingml/2006/main">
              <a:ext uri="{FF2B5EF4-FFF2-40B4-BE49-F238E27FC236}">
                <a16:creationId xmlns:a16="http://schemas.microsoft.com/office/drawing/2014/main" id="{CBF6485D-23F9-4BDF-ADC4-7F1FEA2D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388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단위</a:t>
            </a:r>
          </a:p>
        </p:txBody>
      </p:sp>
      <p:sp>
        <p:nvSpPr>
          <p:cNvPr id="42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69EC9D52-ACCE-44AE-B044-AB0F8108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43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CAD54C90-AB46-468D-AD44-C586AC76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19050">
            <a:solidFill>
              <a:srgbClr val="BACDDB"/>
            </a:solidFill>
          </a:ln>
        </p:spPr>
      </p:sp>
      <p:sp>
        <p:nvSpPr>
          <p:cNvPr id="44" name="planning">
            <a:extLst xmlns:a="http://schemas.openxmlformats.org/drawingml/2006/main">
              <a:ext uri="{FF2B5EF4-FFF2-40B4-BE49-F238E27FC236}">
                <a16:creationId xmlns:a16="http://schemas.microsoft.com/office/drawing/2014/main" id="{90D51796-C5E3-4467-B9F8-A1560DAA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81425"/>
            <a:ext cx="2343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planning</a:t>
            </a:r>
          </a:p>
        </p:txBody>
      </p:sp>
      <p:sp>
        <p:nvSpPr>
          <p:cNvPr id="45" name="구매 계획 · 8개">
            <a:extLst xmlns:a="http://schemas.openxmlformats.org/drawingml/2006/main">
              <a:ext uri="{FF2B5EF4-FFF2-40B4-BE49-F238E27FC236}">
                <a16:creationId xmlns:a16="http://schemas.microsoft.com/office/drawing/2014/main" id="{4134DD5B-32AF-4FE6-9D30-8DADFF56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81475"/>
            <a:ext cx="23431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구매 계획 · 8개</a:t>
            </a:r>
          </a:p>
        </p:txBody>
      </p:sp>
      <p:sp>
        <p:nvSpPr>
          <p:cNvPr id="46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1E2766D7-C5C4-49C2-AD25-FCCCAA00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62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47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2ABBCCD9-DA16-4643-9F8C-4575D96A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86375"/>
            <a:ext cx="2381250" cy="3962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CE4"/>
            </a:solidFill>
          </a:ln>
        </p:spPr>
      </p:sp>
      <p:sp>
        <p:nvSpPr>
          <p:cNvPr id="48" name="TABLES">
            <a:extLst xmlns:a="http://schemas.openxmlformats.org/drawingml/2006/main">
              <a:ext uri="{FF2B5EF4-FFF2-40B4-BE49-F238E27FC236}">
                <a16:creationId xmlns:a16="http://schemas.microsoft.com/office/drawing/2014/main" id="{3688A0DE-897D-4D57-B5E2-E867E20F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38775"/>
            <a:ext cx="2095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</p:txBody>
      </p:sp>
      <p:sp>
        <p:nvSpPr>
          <p:cNvPr id="49" name="계획">
            <a:extLst xmlns:a="http://schemas.openxmlformats.org/drawingml/2006/main">
              <a:ext uri="{FF2B5EF4-FFF2-40B4-BE49-F238E27FC236}">
                <a16:creationId xmlns:a16="http://schemas.microsoft.com/office/drawing/2014/main" id="{C08ECC83-EAF6-42DD-858F-A39CFCA3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388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계획</a:t>
            </a:r>
          </a:p>
        </p:txBody>
      </p:sp>
      <p:sp>
        <p:nvSpPr>
          <p:cNvPr id="50" name="계획 버전">
            <a:extLst xmlns:a="http://schemas.openxmlformats.org/drawingml/2006/main">
              <a:ext uri="{FF2B5EF4-FFF2-40B4-BE49-F238E27FC236}">
                <a16:creationId xmlns:a16="http://schemas.microsoft.com/office/drawing/2014/main" id="{67C5A79A-35F6-451A-8082-E65214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2388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계획 버전</a:t>
            </a:r>
          </a:p>
        </p:txBody>
      </p:sp>
      <p:sp>
        <p:nvSpPr>
          <p:cNvPr id="51" name="조건">
            <a:extLst xmlns:a="http://schemas.openxmlformats.org/drawingml/2006/main">
              <a:ext uri="{FF2B5EF4-FFF2-40B4-BE49-F238E27FC236}">
                <a16:creationId xmlns:a16="http://schemas.microsoft.com/office/drawing/2014/main" id="{5C23F1F7-E1A3-4A5E-A1A7-C4A99CB5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6389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조건</a:t>
            </a:r>
          </a:p>
        </p:txBody>
      </p:sp>
      <p:sp>
        <p:nvSpPr>
          <p:cNvPr id="52" name="그룹 / 슬롯">
            <a:extLst xmlns:a="http://schemas.openxmlformats.org/drawingml/2006/main">
              <a:ext uri="{FF2B5EF4-FFF2-40B4-BE49-F238E27FC236}">
                <a16:creationId xmlns:a16="http://schemas.microsoft.com/office/drawing/2014/main" id="{49887C74-2C23-463E-8AA0-8D245478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0389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그룹 / 슬롯</a:t>
            </a:r>
          </a:p>
        </p:txBody>
      </p:sp>
      <p:sp>
        <p:nvSpPr>
          <p:cNvPr id="53" name="필요 항목">
            <a:extLst xmlns:a="http://schemas.openxmlformats.org/drawingml/2006/main">
              <a:ext uri="{FF2B5EF4-FFF2-40B4-BE49-F238E27FC236}">
                <a16:creationId xmlns:a16="http://schemas.microsoft.com/office/drawing/2014/main" id="{F43484AD-480B-4D6B-A374-F046503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4390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필요 항목</a:t>
            </a:r>
          </a:p>
        </p:txBody>
      </p:sp>
      <p:sp>
        <p:nvSpPr>
          <p:cNvPr id="54" name="보유 물품">
            <a:extLst xmlns:a="http://schemas.openxmlformats.org/drawingml/2006/main">
              <a:ext uri="{FF2B5EF4-FFF2-40B4-BE49-F238E27FC236}">
                <a16:creationId xmlns:a16="http://schemas.microsoft.com/office/drawing/2014/main" id="{8E2D37B5-C905-406D-B619-C8DEF253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8390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보유 물품</a:t>
            </a:r>
          </a:p>
        </p:txBody>
      </p:sp>
      <p:sp>
        <p:nvSpPr>
          <p:cNvPr id="55" name="구매 항목">
            <a:extLst xmlns:a="http://schemas.openxmlformats.org/drawingml/2006/main">
              <a:ext uri="{FF2B5EF4-FFF2-40B4-BE49-F238E27FC236}">
                <a16:creationId xmlns:a16="http://schemas.microsoft.com/office/drawing/2014/main" id="{77131C19-CD80-4C77-9CC6-AB315538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82391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구매 항목</a:t>
            </a:r>
          </a:p>
        </p:txBody>
      </p:sp>
      <p:sp>
        <p:nvSpPr>
          <p:cNvPr id="56" name="충족 연결">
            <a:extLst xmlns:a="http://schemas.openxmlformats.org/drawingml/2006/main">
              <a:ext uri="{FF2B5EF4-FFF2-40B4-BE49-F238E27FC236}">
                <a16:creationId xmlns:a16="http://schemas.microsoft.com/office/drawing/2014/main" id="{AD3113A8-F9A0-4FCB-B74A-BA026D1B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86391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충족 연결</a:t>
            </a:r>
          </a:p>
        </p:txBody>
      </p:sp>
      <p:sp>
        <p:nvSpPr>
          <p:cNvPr id="57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1DECA7B8-9ABA-4150-9FD3-1E8844BC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2385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58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38AD657E-F575-452D-8E47-BDFA3107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385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19050">
            <a:solidFill>
              <a:srgbClr val="BACDDB"/>
            </a:solidFill>
          </a:ln>
        </p:spPr>
      </p:sp>
      <p:sp>
        <p:nvSpPr>
          <p:cNvPr id="59" name="catalog">
            <a:extLst xmlns:a="http://schemas.openxmlformats.org/drawingml/2006/main">
              <a:ext uri="{FF2B5EF4-FFF2-40B4-BE49-F238E27FC236}">
                <a16:creationId xmlns:a16="http://schemas.microsoft.com/office/drawing/2014/main" id="{81BFE875-525F-4CA6-A3A7-33F3E454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781425"/>
            <a:ext cx="2343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catalog</a:t>
            </a:r>
          </a:p>
        </p:txBody>
      </p:sp>
      <p:sp>
        <p:nvSpPr>
          <p:cNvPr id="60" name="상품과 가격 · 8개">
            <a:extLst xmlns:a="http://schemas.openxmlformats.org/drawingml/2006/main">
              <a:ext uri="{FF2B5EF4-FFF2-40B4-BE49-F238E27FC236}">
                <a16:creationId xmlns:a16="http://schemas.microsoft.com/office/drawing/2014/main" id="{2360818F-1B32-44A7-91ED-C352B4B6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181475"/>
            <a:ext cx="23431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상품과 가격 · 8개</a:t>
            </a:r>
          </a:p>
        </p:txBody>
      </p:sp>
      <p:sp>
        <p:nvSpPr>
          <p:cNvPr id="61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EE746E48-10BD-4FAC-8BA3-F7C771EF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4762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62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FD554F01-FB71-4336-BA7B-918CB7AF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86375"/>
            <a:ext cx="2381250" cy="3962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CE4"/>
            </a:solidFill>
          </a:ln>
        </p:spPr>
      </p:sp>
      <p:sp>
        <p:nvSpPr>
          <p:cNvPr id="63" name="TABLES">
            <a:extLst xmlns:a="http://schemas.openxmlformats.org/drawingml/2006/main">
              <a:ext uri="{FF2B5EF4-FFF2-40B4-BE49-F238E27FC236}">
                <a16:creationId xmlns:a16="http://schemas.microsoft.com/office/drawing/2014/main" id="{F69E3A6A-EF8C-4095-91B6-83CC0599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38775"/>
            <a:ext cx="2095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</p:txBody>
      </p:sp>
      <p:sp>
        <p:nvSpPr>
          <p:cNvPr id="64" name="상품">
            <a:extLst xmlns:a="http://schemas.openxmlformats.org/drawingml/2006/main">
              <a:ext uri="{FF2B5EF4-FFF2-40B4-BE49-F238E27FC236}">
                <a16:creationId xmlns:a16="http://schemas.microsoft.com/office/drawing/2014/main" id="{AAE14A5D-F92D-452E-A3B6-EE0AF8EC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388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상품</a:t>
            </a:r>
          </a:p>
        </p:txBody>
      </p:sp>
      <p:sp>
        <p:nvSpPr>
          <p:cNvPr id="65" name="옵션">
            <a:extLst xmlns:a="http://schemas.openxmlformats.org/drawingml/2006/main">
              <a:ext uri="{FF2B5EF4-FFF2-40B4-BE49-F238E27FC236}">
                <a16:creationId xmlns:a16="http://schemas.microsoft.com/office/drawing/2014/main" id="{4467E754-6F63-41F9-BD10-7635E4E2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옵션</a:t>
            </a:r>
          </a:p>
        </p:txBody>
      </p:sp>
      <p:sp>
        <p:nvSpPr>
          <p:cNvPr id="66" name="분류">
            <a:extLst xmlns:a="http://schemas.openxmlformats.org/drawingml/2006/main">
              <a:ext uri="{FF2B5EF4-FFF2-40B4-BE49-F238E27FC236}">
                <a16:creationId xmlns:a16="http://schemas.microsoft.com/office/drawing/2014/main" id="{ECCE7AFA-78B0-4515-ACAA-07A8B42F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389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분류</a:t>
            </a:r>
          </a:p>
        </p:txBody>
      </p:sp>
      <p:sp>
        <p:nvSpPr>
          <p:cNvPr id="67" name="분류 연결">
            <a:extLst xmlns:a="http://schemas.openxmlformats.org/drawingml/2006/main">
              <a:ext uri="{FF2B5EF4-FFF2-40B4-BE49-F238E27FC236}">
                <a16:creationId xmlns:a16="http://schemas.microsoft.com/office/drawing/2014/main" id="{541548E0-9A7D-4125-B7B6-E6EAA5AF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389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분류 연결</a:t>
            </a:r>
          </a:p>
        </p:txBody>
      </p:sp>
      <p:sp>
        <p:nvSpPr>
          <p:cNvPr id="68" name="근거 속성">
            <a:extLst xmlns:a="http://schemas.openxmlformats.org/drawingml/2006/main">
              <a:ext uri="{FF2B5EF4-FFF2-40B4-BE49-F238E27FC236}">
                <a16:creationId xmlns:a16="http://schemas.microsoft.com/office/drawing/2014/main" id="{39B47B6A-8AA6-4291-B10F-D2938DA8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4390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근거 속성</a:t>
            </a:r>
          </a:p>
        </p:txBody>
      </p:sp>
      <p:sp>
        <p:nvSpPr>
          <p:cNvPr id="69" name="판매처">
            <a:extLst xmlns:a="http://schemas.openxmlformats.org/drawingml/2006/main">
              <a:ext uri="{FF2B5EF4-FFF2-40B4-BE49-F238E27FC236}">
                <a16:creationId xmlns:a16="http://schemas.microsoft.com/office/drawing/2014/main" id="{A88925E9-963F-406C-B33D-98EC4C29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390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판매처</a:t>
            </a:r>
          </a:p>
        </p:txBody>
      </p:sp>
      <p:sp>
        <p:nvSpPr>
          <p:cNvPr id="70" name="판매 제안">
            <a:extLst xmlns:a="http://schemas.openxmlformats.org/drawingml/2006/main">
              <a:ext uri="{FF2B5EF4-FFF2-40B4-BE49-F238E27FC236}">
                <a16:creationId xmlns:a16="http://schemas.microsoft.com/office/drawing/2014/main" id="{E47459B6-5E30-4C52-B751-CD204323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2391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판매 제안</a:t>
            </a:r>
          </a:p>
        </p:txBody>
      </p:sp>
      <p:sp>
        <p:nvSpPr>
          <p:cNvPr id="71" name="가격 / 재고 관측">
            <a:extLst xmlns:a="http://schemas.openxmlformats.org/drawingml/2006/main">
              <a:ext uri="{FF2B5EF4-FFF2-40B4-BE49-F238E27FC236}">
                <a16:creationId xmlns:a16="http://schemas.microsoft.com/office/drawing/2014/main" id="{17AB8DA8-16D5-41BF-8D66-3B0700B6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6391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가격 / 재고 관측</a:t>
            </a:r>
          </a:p>
        </p:txBody>
      </p:sp>
      <p:sp>
        <p:nvSpPr>
          <p:cNvPr id="72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56012803-029F-4EA2-957A-CFF3E98A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32385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73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56C1724C-AE2F-4CC2-8D10-F0773B5A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6385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19050">
            <a:solidFill>
              <a:srgbClr val="BACDDB"/>
            </a:solidFill>
          </a:ln>
        </p:spPr>
      </p:sp>
      <p:sp>
        <p:nvSpPr>
          <p:cNvPr id="74" name="assets">
            <a:extLst xmlns:a="http://schemas.openxmlformats.org/drawingml/2006/main">
              <a:ext uri="{FF2B5EF4-FFF2-40B4-BE49-F238E27FC236}">
                <a16:creationId xmlns:a16="http://schemas.microsoft.com/office/drawing/2014/main" id="{AB51FA1D-FC20-4B9C-899E-A4C3A80A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3781425"/>
            <a:ext cx="2343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assets</a:t>
            </a:r>
          </a:p>
        </p:txBody>
      </p:sp>
      <p:sp>
        <p:nvSpPr>
          <p:cNvPr id="75" name="상품 자료 관리 · 4개">
            <a:extLst xmlns:a="http://schemas.openxmlformats.org/drawingml/2006/main">
              <a:ext uri="{FF2B5EF4-FFF2-40B4-BE49-F238E27FC236}">
                <a16:creationId xmlns:a16="http://schemas.microsoft.com/office/drawing/2014/main" id="{EC100480-F52D-4420-9000-CA353592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4181475"/>
            <a:ext cx="23431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상품 자료 관리 · 4개</a:t>
            </a:r>
          </a:p>
        </p:txBody>
      </p:sp>
      <p:sp>
        <p:nvSpPr>
          <p:cNvPr id="76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74A49ABD-4CEE-4E2B-B8D2-0C551F25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4762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77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D1495524-1E30-4018-AAE9-9CC13DEB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286375"/>
            <a:ext cx="2381250" cy="3962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CE4"/>
            </a:solidFill>
          </a:ln>
        </p:spPr>
      </p:sp>
      <p:sp>
        <p:nvSpPr>
          <p:cNvPr id="78" name="TABLES">
            <a:extLst xmlns:a="http://schemas.openxmlformats.org/drawingml/2006/main">
              <a:ext uri="{FF2B5EF4-FFF2-40B4-BE49-F238E27FC236}">
                <a16:creationId xmlns:a16="http://schemas.microsoft.com/office/drawing/2014/main" id="{39111CFC-5BA2-425A-978F-D469EBBE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438775"/>
            <a:ext cx="2095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</p:txBody>
      </p:sp>
      <p:sp>
        <p:nvSpPr>
          <p:cNvPr id="79" name="파일 객체">
            <a:extLst xmlns:a="http://schemas.openxmlformats.org/drawingml/2006/main">
              <a:ext uri="{FF2B5EF4-FFF2-40B4-BE49-F238E27FC236}">
                <a16:creationId xmlns:a16="http://schemas.microsoft.com/office/drawing/2014/main" id="{5728456C-94FC-4FEC-9C0D-3A761F37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8388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파일 객체</a:t>
            </a:r>
          </a:p>
        </p:txBody>
      </p:sp>
      <p:sp>
        <p:nvSpPr>
          <p:cNvPr id="80" name="상품 자료">
            <a:extLst xmlns:a="http://schemas.openxmlformats.org/drawingml/2006/main">
              <a:ext uri="{FF2B5EF4-FFF2-40B4-BE49-F238E27FC236}">
                <a16:creationId xmlns:a16="http://schemas.microsoft.com/office/drawing/2014/main" id="{81FB2872-260A-4E9B-AF64-967FCBAE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2388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상품 자료</a:t>
            </a:r>
          </a:p>
        </p:txBody>
      </p:sp>
      <p:sp>
        <p:nvSpPr>
          <p:cNvPr id="81" name="자료 버전">
            <a:extLst xmlns:a="http://schemas.openxmlformats.org/drawingml/2006/main">
              <a:ext uri="{FF2B5EF4-FFF2-40B4-BE49-F238E27FC236}">
                <a16:creationId xmlns:a16="http://schemas.microsoft.com/office/drawing/2014/main" id="{3BA90083-D25F-4BDC-AACF-104508FB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6389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자료 버전</a:t>
            </a:r>
          </a:p>
        </p:txBody>
      </p:sp>
      <p:sp>
        <p:nvSpPr>
          <p:cNvPr id="82" name="적용 상품 연결">
            <a:extLst xmlns:a="http://schemas.openxmlformats.org/drawingml/2006/main">
              <a:ext uri="{FF2B5EF4-FFF2-40B4-BE49-F238E27FC236}">
                <a16:creationId xmlns:a16="http://schemas.microsoft.com/office/drawing/2014/main" id="{86550C8B-8E6A-44BE-9B80-F407C315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0389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적용 상품 연결</a:t>
            </a:r>
          </a:p>
        </p:txBody>
      </p:sp>
      <p:sp>
        <p:nvSpPr>
          <p:cNvPr id="83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6F35E1D9-3BCC-4419-A3C0-8CF37CBB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32385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84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8C12481E-AC82-4C67-AD23-7A43EC01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36385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19050">
            <a:solidFill>
              <a:srgbClr val="BACDDB"/>
            </a:solidFill>
          </a:ln>
        </p:spPr>
      </p:sp>
      <p:sp>
        <p:nvSpPr>
          <p:cNvPr id="85" name="rag">
            <a:extLst xmlns:a="http://schemas.openxmlformats.org/drawingml/2006/main">
              <a:ext uri="{FF2B5EF4-FFF2-40B4-BE49-F238E27FC236}">
                <a16:creationId xmlns:a16="http://schemas.microsoft.com/office/drawing/2014/main" id="{9140CC03-E6CB-45C9-8E91-174F5A25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3781425"/>
            <a:ext cx="2343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rag</a:t>
            </a:r>
          </a:p>
        </p:txBody>
      </p:sp>
      <p:sp>
        <p:nvSpPr>
          <p:cNvPr id="86" name="자료 검색 · 6개">
            <a:extLst xmlns:a="http://schemas.openxmlformats.org/drawingml/2006/main">
              <a:ext uri="{FF2B5EF4-FFF2-40B4-BE49-F238E27FC236}">
                <a16:creationId xmlns:a16="http://schemas.microsoft.com/office/drawing/2014/main" id="{D5B3163A-AACE-4890-B491-68D7A8B9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4181475"/>
            <a:ext cx="23431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자료 검색 · 6개</a:t>
            </a:r>
          </a:p>
        </p:txBody>
      </p:sp>
      <p:sp>
        <p:nvSpPr>
          <p:cNvPr id="87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F9FAC800-F913-459D-8A85-F2015539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4762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88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BABD05A8-F85B-4F21-A30E-D1A704F7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286375"/>
            <a:ext cx="2381250" cy="3962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CE4"/>
            </a:solidFill>
          </a:ln>
        </p:spPr>
      </p:sp>
      <p:sp>
        <p:nvSpPr>
          <p:cNvPr id="89" name="TABLES">
            <a:extLst xmlns:a="http://schemas.openxmlformats.org/drawingml/2006/main">
              <a:ext uri="{FF2B5EF4-FFF2-40B4-BE49-F238E27FC236}">
                <a16:creationId xmlns:a16="http://schemas.microsoft.com/office/drawing/2014/main" id="{B477C669-401C-469D-AB97-D04CF921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5438775"/>
            <a:ext cx="2095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</p:txBody>
      </p:sp>
      <p:sp>
        <p:nvSpPr>
          <p:cNvPr id="90" name="추출 작업">
            <a:extLst xmlns:a="http://schemas.openxmlformats.org/drawingml/2006/main">
              <a:ext uri="{FF2B5EF4-FFF2-40B4-BE49-F238E27FC236}">
                <a16:creationId xmlns:a16="http://schemas.microsoft.com/office/drawing/2014/main" id="{8ED5BE69-8E3D-406C-BF7A-D84473EC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58388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추출 작업</a:t>
            </a:r>
          </a:p>
        </p:txBody>
      </p:sp>
      <p:sp>
        <p:nvSpPr>
          <p:cNvPr id="91" name="청크">
            <a:extLst xmlns:a="http://schemas.openxmlformats.org/drawingml/2006/main">
              <a:ext uri="{FF2B5EF4-FFF2-40B4-BE49-F238E27FC236}">
                <a16:creationId xmlns:a16="http://schemas.microsoft.com/office/drawing/2014/main" id="{48AF1952-BA71-4EE1-A14D-52E37828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62388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청크</a:t>
            </a:r>
          </a:p>
        </p:txBody>
      </p:sp>
      <p:sp>
        <p:nvSpPr>
          <p:cNvPr id="92" name="임베딩 설정">
            <a:extLst xmlns:a="http://schemas.openxmlformats.org/drawingml/2006/main">
              <a:ext uri="{FF2B5EF4-FFF2-40B4-BE49-F238E27FC236}">
                <a16:creationId xmlns:a16="http://schemas.microsoft.com/office/drawing/2014/main" id="{69D5D731-6144-4E61-9C92-75BC6B1C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66389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임베딩 설정</a:t>
            </a:r>
          </a:p>
        </p:txBody>
      </p:sp>
      <p:sp>
        <p:nvSpPr>
          <p:cNvPr id="93" name="청크 벡터">
            <a:extLst xmlns:a="http://schemas.openxmlformats.org/drawingml/2006/main">
              <a:ext uri="{FF2B5EF4-FFF2-40B4-BE49-F238E27FC236}">
                <a16:creationId xmlns:a16="http://schemas.microsoft.com/office/drawing/2014/main" id="{127CA976-D1FE-4FA9-8A30-094919C7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70389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청크 벡터</a:t>
            </a:r>
          </a:p>
        </p:txBody>
      </p:sp>
      <p:sp>
        <p:nvSpPr>
          <p:cNvPr id="94" name="검색 실행">
            <a:extLst xmlns:a="http://schemas.openxmlformats.org/drawingml/2006/main">
              <a:ext uri="{FF2B5EF4-FFF2-40B4-BE49-F238E27FC236}">
                <a16:creationId xmlns:a16="http://schemas.microsoft.com/office/drawing/2014/main" id="{1646C830-2B6D-45D5-945C-B54659B4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74390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검색 실행</a:t>
            </a:r>
          </a:p>
        </p:txBody>
      </p:sp>
      <p:sp>
        <p:nvSpPr>
          <p:cNvPr id="95" name="검색 결과">
            <a:extLst xmlns:a="http://schemas.openxmlformats.org/drawingml/2006/main">
              <a:ext uri="{FF2B5EF4-FFF2-40B4-BE49-F238E27FC236}">
                <a16:creationId xmlns:a16="http://schemas.microsoft.com/office/drawing/2014/main" id="{9D194FD8-DC0B-4137-87A7-F7CA1997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78390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검색 결과</a:t>
            </a:r>
          </a:p>
        </p:txBody>
      </p:sp>
      <p:sp>
        <p:nvSpPr>
          <p:cNvPr id="96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76A56E57-5C1A-42DC-865C-9730585D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75" y="32385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97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0493C394-FC3C-4D22-88DC-75A86924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0" y="36385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19050">
            <a:solidFill>
              <a:srgbClr val="BACDDB"/>
            </a:solidFill>
          </a:ln>
        </p:spPr>
      </p:sp>
      <p:sp>
        <p:nvSpPr>
          <p:cNvPr id="98" name="community">
            <a:extLst xmlns:a="http://schemas.openxmlformats.org/drawingml/2006/main">
              <a:ext uri="{FF2B5EF4-FFF2-40B4-BE49-F238E27FC236}">
                <a16:creationId xmlns:a16="http://schemas.microsoft.com/office/drawing/2014/main" id="{45ACB57A-10A8-423A-8786-09F6A624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0" y="3781425"/>
            <a:ext cx="2343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community</a:t>
            </a:r>
          </a:p>
        </p:txBody>
      </p:sp>
      <p:sp>
        <p:nvSpPr>
          <p:cNvPr id="99" name="PC 구성과 리뷰 · 5개">
            <a:extLst xmlns:a="http://schemas.openxmlformats.org/drawingml/2006/main">
              <a:ext uri="{FF2B5EF4-FFF2-40B4-BE49-F238E27FC236}">
                <a16:creationId xmlns:a16="http://schemas.microsoft.com/office/drawing/2014/main" id="{44FE6519-8352-44A6-B437-DE63A58D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0" y="4181475"/>
            <a:ext cx="23431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PC 구성과 리뷰 · 5개</a:t>
            </a:r>
          </a:p>
        </p:txBody>
      </p:sp>
      <p:sp>
        <p:nvSpPr>
          <p:cNvPr id="100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EC440033-7859-4E27-A516-0F6AA68D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75" y="4762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01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B2D45009-AC4D-4258-8626-C2D9DF77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0" y="5286375"/>
            <a:ext cx="2381250" cy="3962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CE4"/>
            </a:solidFill>
          </a:ln>
        </p:spPr>
      </p:sp>
      <p:sp>
        <p:nvSpPr>
          <p:cNvPr id="102" name="TABLES">
            <a:extLst xmlns:a="http://schemas.openxmlformats.org/drawingml/2006/main">
              <a:ext uri="{FF2B5EF4-FFF2-40B4-BE49-F238E27FC236}">
                <a16:creationId xmlns:a16="http://schemas.microsoft.com/office/drawing/2014/main" id="{ADEE6331-27BD-4A62-B7ED-8B9E92E1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5438775"/>
            <a:ext cx="2095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</p:txBody>
      </p:sp>
      <p:sp>
        <p:nvSpPr>
          <p:cNvPr id="103" name="사용자 PC">
            <a:extLst xmlns:a="http://schemas.openxmlformats.org/drawingml/2006/main">
              <a:ext uri="{FF2B5EF4-FFF2-40B4-BE49-F238E27FC236}">
                <a16:creationId xmlns:a16="http://schemas.microsoft.com/office/drawing/2014/main" id="{6D24CA30-E77C-4E56-A7FD-72255E1C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58388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사용자 PC</a:t>
            </a:r>
          </a:p>
        </p:txBody>
      </p:sp>
      <p:sp>
        <p:nvSpPr>
          <p:cNvPr id="104" name="구성 버전">
            <a:extLst xmlns:a="http://schemas.openxmlformats.org/drawingml/2006/main">
              <a:ext uri="{FF2B5EF4-FFF2-40B4-BE49-F238E27FC236}">
                <a16:creationId xmlns:a16="http://schemas.microsoft.com/office/drawing/2014/main" id="{F106A21B-6C88-4974-B9FD-35156073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62388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구성 버전</a:t>
            </a:r>
          </a:p>
        </p:txBody>
      </p:sp>
      <p:sp>
        <p:nvSpPr>
          <p:cNvPr id="105" name="구성 부품">
            <a:extLst xmlns:a="http://schemas.openxmlformats.org/drawingml/2006/main">
              <a:ext uri="{FF2B5EF4-FFF2-40B4-BE49-F238E27FC236}">
                <a16:creationId xmlns:a16="http://schemas.microsoft.com/office/drawing/2014/main" id="{9EB5DAFA-100F-44BD-99FD-30171D41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66389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구성 부품</a:t>
            </a:r>
          </a:p>
        </p:txBody>
      </p:sp>
      <p:sp>
        <p:nvSpPr>
          <p:cNvPr id="106" name="작성 리뷰">
            <a:extLst xmlns:a="http://schemas.openxmlformats.org/drawingml/2006/main">
              <a:ext uri="{FF2B5EF4-FFF2-40B4-BE49-F238E27FC236}">
                <a16:creationId xmlns:a16="http://schemas.microsoft.com/office/drawing/2014/main" id="{D39D863D-1C4C-4B0D-B84F-90868043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70389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작성 리뷰</a:t>
            </a:r>
          </a:p>
        </p:txBody>
      </p:sp>
      <p:sp>
        <p:nvSpPr>
          <p:cNvPr id="107" name="리뷰 본문 버전">
            <a:extLst xmlns:a="http://schemas.openxmlformats.org/drawingml/2006/main">
              <a:ext uri="{FF2B5EF4-FFF2-40B4-BE49-F238E27FC236}">
                <a16:creationId xmlns:a16="http://schemas.microsoft.com/office/drawing/2014/main" id="{06AA0435-CBFE-404A-B35A-98F79C42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74390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리뷰 본문 버전</a:t>
            </a:r>
          </a:p>
        </p:txBody>
      </p:sp>
      <p:sp>
        <p:nvSpPr>
          <p:cNvPr id="108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CB6B1764-EED0-4763-B35E-A1644896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2385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09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1B547266-D2AB-4A44-99B8-C111EA62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0" y="36385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19050">
            <a:solidFill>
              <a:srgbClr val="BACDDB"/>
            </a:solidFill>
          </a:ln>
        </p:spPr>
      </p:sp>
      <p:sp>
        <p:nvSpPr>
          <p:cNvPr id="110" name="evidence">
            <a:extLst xmlns:a="http://schemas.openxmlformats.org/drawingml/2006/main">
              <a:ext uri="{FF2B5EF4-FFF2-40B4-BE49-F238E27FC236}">
                <a16:creationId xmlns:a16="http://schemas.microsoft.com/office/drawing/2014/main" id="{55978BF4-3C1A-467E-B0F2-19DED4ED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0" y="3781425"/>
            <a:ext cx="2343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evidence</a:t>
            </a:r>
          </a:p>
        </p:txBody>
      </p:sp>
      <p:sp>
        <p:nvSpPr>
          <p:cNvPr id="111" name="근거와 리뷰 통계 · 6개">
            <a:extLst xmlns:a="http://schemas.openxmlformats.org/drawingml/2006/main">
              <a:ext uri="{FF2B5EF4-FFF2-40B4-BE49-F238E27FC236}">
                <a16:creationId xmlns:a16="http://schemas.microsoft.com/office/drawing/2014/main" id="{69AC9D06-0C45-43AB-AC47-92B7DF3F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0" y="4181475"/>
            <a:ext cx="23431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근거와 리뷰 통계 · 6개</a:t>
            </a:r>
          </a:p>
        </p:txBody>
      </p:sp>
      <p:sp>
        <p:nvSpPr>
          <p:cNvPr id="112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8162C3F6-0C19-40B3-91B1-09A9FFC1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4762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13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E9FF2E94-C207-4FFE-9B35-BB7780F6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0" y="5286375"/>
            <a:ext cx="2381250" cy="3962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CE4"/>
            </a:solidFill>
          </a:ln>
        </p:spPr>
      </p:sp>
      <p:sp>
        <p:nvSpPr>
          <p:cNvPr id="114" name="TABLES">
            <a:extLst xmlns:a="http://schemas.openxmlformats.org/drawingml/2006/main">
              <a:ext uri="{FF2B5EF4-FFF2-40B4-BE49-F238E27FC236}">
                <a16:creationId xmlns:a16="http://schemas.microsoft.com/office/drawing/2014/main" id="{2C3F13FC-B144-4E61-9147-E653B0D3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5438775"/>
            <a:ext cx="2095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</p:txBody>
      </p:sp>
      <p:sp>
        <p:nvSpPr>
          <p:cNvPr id="115" name="출처">
            <a:extLst xmlns:a="http://schemas.openxmlformats.org/drawingml/2006/main">
              <a:ext uri="{FF2B5EF4-FFF2-40B4-BE49-F238E27FC236}">
                <a16:creationId xmlns:a16="http://schemas.microsoft.com/office/drawing/2014/main" id="{1E50CF3B-4943-49FB-860C-F00FBD30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58388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출처</a:t>
            </a:r>
          </a:p>
        </p:txBody>
      </p:sp>
      <p:sp>
        <p:nvSpPr>
          <p:cNvPr id="116" name="인용 근거">
            <a:extLst xmlns:a="http://schemas.openxmlformats.org/drawingml/2006/main">
              <a:ext uri="{FF2B5EF4-FFF2-40B4-BE49-F238E27FC236}">
                <a16:creationId xmlns:a16="http://schemas.microsoft.com/office/drawing/2014/main" id="{C834D156-157F-48FE-84F3-A5E3D9FB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62388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인용 근거</a:t>
            </a:r>
          </a:p>
        </p:txBody>
      </p:sp>
      <p:sp>
        <p:nvSpPr>
          <p:cNvPr id="117" name="리뷰 대상">
            <a:extLst xmlns:a="http://schemas.openxmlformats.org/drawingml/2006/main">
              <a:ext uri="{FF2B5EF4-FFF2-40B4-BE49-F238E27FC236}">
                <a16:creationId xmlns:a16="http://schemas.microsoft.com/office/drawing/2014/main" id="{11CF2661-7185-4215-8AC5-1C2D1019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66389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리뷰 대상</a:t>
            </a:r>
          </a:p>
        </p:txBody>
      </p:sp>
      <p:sp>
        <p:nvSpPr>
          <p:cNvPr id="118" name="리뷰 요약">
            <a:extLst xmlns:a="http://schemas.openxmlformats.org/drawingml/2006/main">
              <a:ext uri="{FF2B5EF4-FFF2-40B4-BE49-F238E27FC236}">
                <a16:creationId xmlns:a16="http://schemas.microsoft.com/office/drawing/2014/main" id="{77144ED8-9365-4EB4-BA6A-881C41C9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70389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리뷰 요약</a:t>
            </a:r>
          </a:p>
        </p:txBody>
      </p:sp>
      <p:sp>
        <p:nvSpPr>
          <p:cNvPr id="119" name="리뷰 집계">
            <a:extLst xmlns:a="http://schemas.openxmlformats.org/drawingml/2006/main">
              <a:ext uri="{FF2B5EF4-FFF2-40B4-BE49-F238E27FC236}">
                <a16:creationId xmlns:a16="http://schemas.microsoft.com/office/drawing/2014/main" id="{43564DD5-AE0C-4C8A-A68F-0461CA9C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74390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리뷰 집계</a:t>
            </a:r>
          </a:p>
        </p:txBody>
      </p:sp>
      <p:sp>
        <p:nvSpPr>
          <p:cNvPr id="120" name="집계 구성원">
            <a:extLst xmlns:a="http://schemas.openxmlformats.org/drawingml/2006/main">
              <a:ext uri="{FF2B5EF4-FFF2-40B4-BE49-F238E27FC236}">
                <a16:creationId xmlns:a16="http://schemas.microsoft.com/office/drawing/2014/main" id="{4256A275-0561-4CAF-8228-DF0C1BA8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78390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집계 구성원</a:t>
            </a:r>
          </a:p>
        </p:txBody>
      </p:sp>
      <p:sp>
        <p:nvSpPr>
          <p:cNvPr id="121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55F852FA-4719-4837-BCF5-58883713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75" y="32385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22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13CFCA1F-1E62-4A69-B262-642A577F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36385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19050">
            <a:solidFill>
              <a:srgbClr val="BACDDB"/>
            </a:solidFill>
          </a:ln>
        </p:spPr>
      </p:sp>
      <p:sp>
        <p:nvSpPr>
          <p:cNvPr id="123" name="engine">
            <a:extLst xmlns:a="http://schemas.openxmlformats.org/drawingml/2006/main">
              <a:ext uri="{FF2B5EF4-FFF2-40B4-BE49-F238E27FC236}">
                <a16:creationId xmlns:a16="http://schemas.microsoft.com/office/drawing/2014/main" id="{41F91B46-011D-49D6-B06C-7E137BC9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300" y="3781425"/>
            <a:ext cx="2343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engine</a:t>
            </a:r>
          </a:p>
        </p:txBody>
      </p:sp>
      <p:sp>
        <p:nvSpPr>
          <p:cNvPr id="124" name="추천과 검증 · 7개">
            <a:extLst xmlns:a="http://schemas.openxmlformats.org/drawingml/2006/main">
              <a:ext uri="{FF2B5EF4-FFF2-40B4-BE49-F238E27FC236}">
                <a16:creationId xmlns:a16="http://schemas.microsoft.com/office/drawing/2014/main" id="{B8794696-E99F-4075-8A8D-8186D881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300" y="4181475"/>
            <a:ext cx="23431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추천과 검증 · 7개</a:t>
            </a:r>
          </a:p>
        </p:txBody>
      </p:sp>
      <p:sp>
        <p:nvSpPr>
          <p:cNvPr id="125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D4A132F1-40F4-420A-9CB1-C7BDEEBF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75" y="4762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26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5DEC92E3-DDBA-457B-9B93-525681E2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5286375"/>
            <a:ext cx="2381250" cy="3962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CE4"/>
            </a:solidFill>
          </a:ln>
        </p:spPr>
      </p:sp>
      <p:sp>
        <p:nvSpPr>
          <p:cNvPr id="127" name="TABLES">
            <a:extLst xmlns:a="http://schemas.openxmlformats.org/drawingml/2006/main">
              <a:ext uri="{FF2B5EF4-FFF2-40B4-BE49-F238E27FC236}">
                <a16:creationId xmlns:a16="http://schemas.microsoft.com/office/drawing/2014/main" id="{C86D6AC2-0212-4BC4-8E0D-B7EC66DA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0" y="5438775"/>
            <a:ext cx="2095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</p:txBody>
      </p:sp>
      <p:sp>
        <p:nvSpPr>
          <p:cNvPr id="128" name="추천 실행">
            <a:extLst xmlns:a="http://schemas.openxmlformats.org/drawingml/2006/main">
              <a:ext uri="{FF2B5EF4-FFF2-40B4-BE49-F238E27FC236}">
                <a16:creationId xmlns:a16="http://schemas.microsoft.com/office/drawing/2014/main" id="{B6FFC7BB-F8AF-4F67-BB6A-769EFEBB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0" y="58388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추천 실행</a:t>
            </a:r>
          </a:p>
        </p:txBody>
      </p:sp>
      <p:sp>
        <p:nvSpPr>
          <p:cNvPr id="129" name="추천 후보">
            <a:extLst xmlns:a="http://schemas.openxmlformats.org/drawingml/2006/main">
              <a:ext uri="{FF2B5EF4-FFF2-40B4-BE49-F238E27FC236}">
                <a16:creationId xmlns:a16="http://schemas.microsoft.com/office/drawing/2014/main" id="{34001031-276F-4613-876D-CA1DC491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0" y="62388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추천 후보</a:t>
            </a:r>
          </a:p>
        </p:txBody>
      </p:sp>
      <p:sp>
        <p:nvSpPr>
          <p:cNvPr id="130" name="후보 근거">
            <a:extLst xmlns:a="http://schemas.openxmlformats.org/drawingml/2006/main">
              <a:ext uri="{FF2B5EF4-FFF2-40B4-BE49-F238E27FC236}">
                <a16:creationId xmlns:a16="http://schemas.microsoft.com/office/drawing/2014/main" id="{5F9DC486-310B-4C64-96FA-83E4C054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0" y="66389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후보 근거</a:t>
            </a:r>
          </a:p>
        </p:txBody>
      </p:sp>
      <p:sp>
        <p:nvSpPr>
          <p:cNvPr id="131" name="검사 결과">
            <a:extLst xmlns:a="http://schemas.openxmlformats.org/drawingml/2006/main">
              <a:ext uri="{FF2B5EF4-FFF2-40B4-BE49-F238E27FC236}">
                <a16:creationId xmlns:a16="http://schemas.microsoft.com/office/drawing/2014/main" id="{58B9B273-2F11-4948-B2B4-B501F82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0" y="70389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검사 결과</a:t>
            </a:r>
          </a:p>
        </p:txBody>
      </p:sp>
      <p:sp>
        <p:nvSpPr>
          <p:cNvPr id="132" name="검사 대상">
            <a:extLst xmlns:a="http://schemas.openxmlformats.org/drawingml/2006/main">
              <a:ext uri="{FF2B5EF4-FFF2-40B4-BE49-F238E27FC236}">
                <a16:creationId xmlns:a16="http://schemas.microsoft.com/office/drawing/2014/main" id="{268E5C60-2017-46AF-A19A-73C6CAE7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0" y="74390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검사 대상</a:t>
            </a:r>
          </a:p>
        </p:txBody>
      </p:sp>
      <p:sp>
        <p:nvSpPr>
          <p:cNvPr id="133" name="검사 근거">
            <a:extLst xmlns:a="http://schemas.openxmlformats.org/drawingml/2006/main">
              <a:ext uri="{FF2B5EF4-FFF2-40B4-BE49-F238E27FC236}">
                <a16:creationId xmlns:a16="http://schemas.microsoft.com/office/drawing/2014/main" id="{F5859F1A-E5D4-4A58-B772-87C9584A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0" y="78390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검사 근거</a:t>
            </a:r>
          </a:p>
        </p:txBody>
      </p:sp>
      <p:sp>
        <p:nvSpPr>
          <p:cNvPr id="134" name="사용자 행동 기록">
            <a:extLst xmlns:a="http://schemas.openxmlformats.org/drawingml/2006/main">
              <a:ext uri="{FF2B5EF4-FFF2-40B4-BE49-F238E27FC236}">
                <a16:creationId xmlns:a16="http://schemas.microsoft.com/office/drawing/2014/main" id="{B6F168DC-BDD0-4E01-BE99-82CC7DA2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0" y="82391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사용자 행동 기록</a:t>
            </a:r>
          </a:p>
        </p:txBody>
      </p:sp>
      <p:sp>
        <p:nvSpPr>
          <p:cNvPr id="135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E598B893-111B-48E2-B0B7-EE216788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9625" y="32385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36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EB0B1AE0-9E78-472C-AF49-A3B6941B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0" y="36385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19050">
            <a:solidFill>
              <a:srgbClr val="BACDDB"/>
            </a:solidFill>
          </a:ln>
        </p:spPr>
      </p:sp>
      <p:sp>
        <p:nvSpPr>
          <p:cNvPr id="137" name="notification">
            <a:extLst xmlns:a="http://schemas.openxmlformats.org/drawingml/2006/main">
              <a:ext uri="{FF2B5EF4-FFF2-40B4-BE49-F238E27FC236}">
                <a16:creationId xmlns:a16="http://schemas.microsoft.com/office/drawing/2014/main" id="{BEC1A4FD-59DE-488F-8FF0-BBCD96B7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050" y="3781425"/>
            <a:ext cx="2343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notification</a:t>
            </a:r>
          </a:p>
        </p:txBody>
      </p:sp>
      <p:sp>
        <p:nvSpPr>
          <p:cNvPr id="138" name="가격 추적과 알림 · 3개">
            <a:extLst xmlns:a="http://schemas.openxmlformats.org/drawingml/2006/main">
              <a:ext uri="{FF2B5EF4-FFF2-40B4-BE49-F238E27FC236}">
                <a16:creationId xmlns:a16="http://schemas.microsoft.com/office/drawing/2014/main" id="{A8F5CFA7-1244-4F5D-91B3-FA3F6236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050" y="4181475"/>
            <a:ext cx="23431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가격 추적과 알림 · 3개</a:t>
            </a:r>
          </a:p>
        </p:txBody>
      </p:sp>
      <p:sp>
        <p:nvSpPr>
          <p:cNvPr id="139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453A51F7-E6F3-4A6F-90A9-C7A63035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9625" y="4762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40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46FE34EC-A38E-4203-9B91-878002F4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0" y="5286375"/>
            <a:ext cx="2381250" cy="3962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CE4"/>
            </a:solidFill>
          </a:ln>
        </p:spPr>
      </p:sp>
      <p:sp>
        <p:nvSpPr>
          <p:cNvPr id="141" name="TABLES">
            <a:extLst xmlns:a="http://schemas.openxmlformats.org/drawingml/2006/main">
              <a:ext uri="{FF2B5EF4-FFF2-40B4-BE49-F238E27FC236}">
                <a16:creationId xmlns:a16="http://schemas.microsoft.com/office/drawing/2014/main" id="{E17B1AD5-F0DB-4BB2-9E25-961340B0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0" y="5438775"/>
            <a:ext cx="2095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</p:txBody>
      </p:sp>
      <p:sp>
        <p:nvSpPr>
          <p:cNvPr id="142" name="가격 추적">
            <a:extLst xmlns:a="http://schemas.openxmlformats.org/drawingml/2006/main">
              <a:ext uri="{FF2B5EF4-FFF2-40B4-BE49-F238E27FC236}">
                <a16:creationId xmlns:a16="http://schemas.microsoft.com/office/drawing/2014/main" id="{3D0865BC-D189-4FE9-A941-4AB90E53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0" y="58388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가격 추적</a:t>
            </a:r>
          </a:p>
        </p:txBody>
      </p:sp>
      <p:sp>
        <p:nvSpPr>
          <p:cNvPr id="143" name="가격 판정">
            <a:extLst xmlns:a="http://schemas.openxmlformats.org/drawingml/2006/main">
              <a:ext uri="{FF2B5EF4-FFF2-40B4-BE49-F238E27FC236}">
                <a16:creationId xmlns:a16="http://schemas.microsoft.com/office/drawing/2014/main" id="{F8E98FDA-58A9-421A-97B6-85C9A3F1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0" y="62388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가격 판정</a:t>
            </a:r>
          </a:p>
        </p:txBody>
      </p:sp>
      <p:sp>
        <p:nvSpPr>
          <p:cNvPr id="144" name="알림 이벤트">
            <a:extLst xmlns:a="http://schemas.openxmlformats.org/drawingml/2006/main">
              <a:ext uri="{FF2B5EF4-FFF2-40B4-BE49-F238E27FC236}">
                <a16:creationId xmlns:a16="http://schemas.microsoft.com/office/drawing/2014/main" id="{FFCC5E8B-3A00-4C56-8224-A45CCECF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0" y="66389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알림 이벤트</a:t>
            </a:r>
          </a:p>
        </p:txBody>
      </p:sp>
      <p:sp>
        <p:nvSpPr>
          <p:cNvPr id="145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A52440D2-A8B1-4BC6-A4DB-9FEEC194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1375" y="32385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46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89708336-2B70-4523-8C38-0E829629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36385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19050">
            <a:solidFill>
              <a:srgbClr val="BACDDB"/>
            </a:solidFill>
          </a:ln>
        </p:spPr>
      </p:sp>
      <p:sp>
        <p:nvSpPr>
          <p:cNvPr id="147" name="dataset">
            <a:extLst xmlns:a="http://schemas.openxmlformats.org/drawingml/2006/main">
              <a:ext uri="{FF2B5EF4-FFF2-40B4-BE49-F238E27FC236}">
                <a16:creationId xmlns:a16="http://schemas.microsoft.com/office/drawing/2014/main" id="{6B87199E-A8BC-4C5C-A423-F6AF469C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0" y="3781425"/>
            <a:ext cx="2343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dataset</a:t>
            </a:r>
          </a:p>
        </p:txBody>
      </p:sp>
      <p:sp>
        <p:nvSpPr>
          <p:cNvPr id="148" name="리뷰 학습 데이터 · 4개">
            <a:extLst xmlns:a="http://schemas.openxmlformats.org/drawingml/2006/main">
              <a:ext uri="{FF2B5EF4-FFF2-40B4-BE49-F238E27FC236}">
                <a16:creationId xmlns:a16="http://schemas.microsoft.com/office/drawing/2014/main" id="{3AC43ED7-1572-4753-8648-21F11F65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0" y="4181475"/>
            <a:ext cx="23431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리뷰 학습 데이터 · 4개</a:t>
            </a:r>
          </a:p>
        </p:txBody>
      </p:sp>
      <p:sp>
        <p:nvSpPr>
          <p:cNvPr id="149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2F1AC613-613B-4B80-A2D0-5DE77BB3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1375" y="4762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50" name="영역 상자">
            <a:extLst xmlns:a="http://schemas.openxmlformats.org/drawingml/2006/main">
              <a:ext uri="{FF2B5EF4-FFF2-40B4-BE49-F238E27FC236}">
                <a16:creationId xmlns:a16="http://schemas.microsoft.com/office/drawing/2014/main" id="{5945C7E4-9D3E-4607-A7CA-93E1413C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5286375"/>
            <a:ext cx="2381250" cy="3962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CE4"/>
            </a:solidFill>
          </a:ln>
        </p:spPr>
      </p:sp>
      <p:sp>
        <p:nvSpPr>
          <p:cNvPr id="151" name="TABLES">
            <a:extLst xmlns:a="http://schemas.openxmlformats.org/drawingml/2006/main">
              <a:ext uri="{FF2B5EF4-FFF2-40B4-BE49-F238E27FC236}">
                <a16:creationId xmlns:a16="http://schemas.microsoft.com/office/drawing/2014/main" id="{0EEA8481-64D1-4ACD-82CC-C25573C2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0" y="5438775"/>
            <a:ext cx="20955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18396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</p:txBody>
      </p:sp>
      <p:sp>
        <p:nvSpPr>
          <p:cNvPr id="152" name="생성 실행">
            <a:extLst xmlns:a="http://schemas.openxmlformats.org/drawingml/2006/main">
              <a:ext uri="{FF2B5EF4-FFF2-40B4-BE49-F238E27FC236}">
                <a16:creationId xmlns:a16="http://schemas.microsoft.com/office/drawing/2014/main" id="{3DDCDBB3-525F-488A-B05D-B00E1504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0" y="58388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생성 실행</a:t>
            </a:r>
          </a:p>
        </p:txBody>
      </p:sp>
      <p:sp>
        <p:nvSpPr>
          <p:cNvPr id="153" name="실제 / 합성 표본">
            <a:extLst xmlns:a="http://schemas.openxmlformats.org/drawingml/2006/main">
              <a:ext uri="{FF2B5EF4-FFF2-40B4-BE49-F238E27FC236}">
                <a16:creationId xmlns:a16="http://schemas.microsoft.com/office/drawing/2014/main" id="{B520377C-0363-44FE-8380-985638D4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0" y="62388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실제 / 합성 표본</a:t>
            </a:r>
          </a:p>
        </p:txBody>
      </p:sp>
      <p:sp>
        <p:nvSpPr>
          <p:cNvPr id="154" name="라벨 정의">
            <a:extLst xmlns:a="http://schemas.openxmlformats.org/drawingml/2006/main">
              <a:ext uri="{FF2B5EF4-FFF2-40B4-BE49-F238E27FC236}">
                <a16:creationId xmlns:a16="http://schemas.microsoft.com/office/drawing/2014/main" id="{5E05E2AB-A9DC-48B5-A753-BD19CC5B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0" y="663892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라벨 정의</a:t>
            </a:r>
          </a:p>
        </p:txBody>
      </p:sp>
      <p:sp>
        <p:nvSpPr>
          <p:cNvPr id="155" name="정답 / 검수 이력">
            <a:extLst xmlns:a="http://schemas.openxmlformats.org/drawingml/2006/main">
              <a:ext uri="{FF2B5EF4-FFF2-40B4-BE49-F238E27FC236}">
                <a16:creationId xmlns:a16="http://schemas.microsoft.com/office/drawing/2014/main" id="{466CBFCD-6646-45F8-8EEB-E12DAC0B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0" y="7038975"/>
            <a:ext cx="20955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정답 / 검수 이력</a:t>
            </a:r>
          </a:p>
        </p:txBody>
      </p:sp>
      <p:sp>
        <p:nvSpPr>
          <p:cNvPr id="156" name="03  TABLE">
            <a:extLst xmlns:a="http://schemas.openxmlformats.org/drawingml/2006/main">
              <a:ext uri="{FF2B5EF4-FFF2-40B4-BE49-F238E27FC236}">
                <a16:creationId xmlns:a16="http://schemas.microsoft.com/office/drawing/2014/main" id="{65789950-15A3-4CF4-BD63-81753D21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2381250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1728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17287"/>
                </a:solidFill>
                <a:latin typeface="Malgun Gothic"/>
                <a:ea typeface="Malgun Gothic"/>
                <a:cs typeface="Malgun Gothic"/>
              </a:rPr>
              <a:t>03  TABLE</a:t>
            </a:r>
          </a:p>
        </p:txBody>
      </p:sp>
      <p:sp>
        <p:nvSpPr>
          <p:cNvPr id="157" name="소속 관계 연결선">
            <a:extLst xmlns:a="http://schemas.openxmlformats.org/drawingml/2006/main">
              <a:ext uri="{FF2B5EF4-FFF2-40B4-BE49-F238E27FC236}">
                <a16:creationId xmlns:a16="http://schemas.microsoft.com/office/drawing/2014/main" id="{1C31AD82-4063-42F0-9350-74F9B5D3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0"/>
            <a:ext cx="3086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DCE4"/>
            </a:solidFill>
            <a:prstDash val="solid"/>
          </a:ln>
        </p:spPr>
      </p:sp>
      <p:sp>
        <p:nvSpPr>
          <p:cNvPr id="158" name="읽는 법">
            <a:extLst xmlns:a="http://schemas.openxmlformats.org/drawingml/2006/main">
              <a:ext uri="{FF2B5EF4-FFF2-40B4-BE49-F238E27FC236}">
                <a16:creationId xmlns:a16="http://schemas.microsoft.com/office/drawing/2014/main" id="{726853F6-F043-47EE-8723-8680F109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96475"/>
            <a:ext cx="23812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읽는 법</a:t>
            </a:r>
          </a:p>
        </p:txBody>
      </p:sp>
      <p:sp>
        <p:nvSpPr>
          <p:cNvPr id="159" name="위: 데이터베이스  →  가운데: 업무별 스키마  →  아래: 소속 테이블">
            <a:extLst xmlns:a="http://schemas.openxmlformats.org/drawingml/2006/main">
              <a:ext uri="{FF2B5EF4-FFF2-40B4-BE49-F238E27FC236}">
                <a16:creationId xmlns:a16="http://schemas.microsoft.com/office/drawing/2014/main" id="{66955555-3BD2-4AAD-B90F-18BECA09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896475"/>
            <a:ext cx="8529066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64B"/>
                </a:solidFill>
                <a:latin typeface="Malgun Gothic"/>
                <a:ea typeface="Malgun Gothic"/>
                <a:cs typeface="Malgun Gothic"/>
              </a:rPr>
              <a:t>위: 데이터베이스  →  가운데: 업무별 스키마  →  아래: 소속 테이블</a:t>
            </a:r>
          </a:p>
        </p:txBody>
      </p:sp>
      <p:sp>
        <p:nvSpPr>
          <p:cNvPr id="160" name="파일은 객체 저장소에, 관계·버전·검색 벡터는 PostgreSQL에 저장합니다.">
            <a:extLst xmlns:a="http://schemas.openxmlformats.org/drawingml/2006/main">
              <a:ext uri="{FF2B5EF4-FFF2-40B4-BE49-F238E27FC236}">
                <a16:creationId xmlns:a16="http://schemas.microsoft.com/office/drawing/2014/main" id="{3D2E6436-D9F3-46C5-9ABD-96E28768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01300"/>
            <a:ext cx="8540496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28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17287"/>
                </a:solidFill>
                <a:latin typeface="Malgun Gothic"/>
                <a:ea typeface="Malgun Gothic"/>
                <a:cs typeface="Malgun Gothic"/>
              </a:rPr>
              <a:t>파일은 객체 저장소에, 관계·버전·검색 벡터는 PostgreSQL에 저장합니다.</a:t>
            </a:r>
          </a:p>
        </p:txBody>
      </p:sp>
    </p:spTree>
    <p:extLst>
      <p:ext uri="{BB962C8B-B14F-4D97-AF65-F5344CB8AC3E}">
        <p14:creationId xmlns:p14="http://schemas.microsoft.com/office/powerpoint/2010/main" val="1214856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2026-09-11T03:38:50.8060000Z</dcterms:created>
  <dcterms:modified xsi:type="dcterms:W3CDTF">2026-09-11T03:38:50.8060000Z</dcterms:modified>
</coreProperties>
</file>